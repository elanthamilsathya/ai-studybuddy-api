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StudyBuddy API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disadvantages and how to use it wisely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API is and how it works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and use cases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and conclusion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AI StudyBuddy API?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programmable AI tutor that apps can plug into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questions, explains concepts, quizzes and summarizes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over REST/JSON, so any platform can use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EdTech teams add tutoring without training their own models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sends a question, notes or a topic with learner context.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interprets it and generates a tailored response.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Return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comes back: explanation, quiz, summary or study plan.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explanations at adjustable difficulty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quizzes and flashcards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and chapter summarization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plans and progress hints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help and revision support for students.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apps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tutor chatbot inside existing courses.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tools and flashcard generators.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API key and choose a plan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endpoints from web, mobile or LMS backend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learner level and subject for better answers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results, track usage and handle rate limits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adopt an AI study API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learning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access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is available any time, with no waiting for a tutor.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adapt to level, pace and goals.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are graded and explained immediately.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business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thousands of learners at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human tutoring per student.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AI features in days, not months.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technical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REST interface with clear documentation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training or infrastructure to maintain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time as the provider updates models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works with any app, subject or language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85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to understand before you build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quality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Inaccuracy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produce confident but wrong answers.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depth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struggle with advanced or niche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skip real thinking and effort.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sent to a third party needs protection.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 can grow with scale.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45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or changes affect your product.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human review and cite trusted sources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 data and follow FERPA / GDPR rules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usage limits and monitor costs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prompts that guide learning, not just give answers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fallback plan if the provider fails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scalable and fast to adopt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oversight for accuracy and privacy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as a support tool alongside teachers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2026-09-28T08:56:49Z</dcterms:created>
  <dcterms:modified xsi:type="dcterms:W3CDTF">2026-09-28T08:56:49Z</dcterms:modified>
</cp:coreProperties>
</file>